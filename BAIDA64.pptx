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0B474D-4148-4EED-A4E2-E4AD6B48600B}" v="16" dt="2026-01-14T22:18:00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4T22:09:40.356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0,'4933'0,"-4915"0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4T22:09:47.03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1,'4881'0,"-4866"0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4T22:09:51.688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1,'4935'0,"-5065"0,108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4T22:09:55.843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1 0,'4833'0,"-4809"0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4T22:10:02.677"/>
    </inkml:context>
    <inkml:brush xml:id="br0">
      <inkml:brushProperty name="width" value="0.035" units="cm"/>
      <inkml:brushProperty name="height" value="0.035" units="cm"/>
      <inkml:brushProperty name="color" value="#E71224"/>
      <inkml:brushProperty name="ignorePressure" value="1"/>
    </inkml:brush>
  </inkml:definitions>
  <inkml:trace contextRef="#ctx0" brushRef="#br0">0 1,'5056'0,"-5728"0,1040 0,-344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4T22:10:22.27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0,'10970'0,"-14131"0,3128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4T22:10:27.206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1,'10791'0,"-10954"0,572 0,-493 0,78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4T22:10:40.331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1,'10791'0,"-10954"0,572 0,-493 0,78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6-01-14T22:10:43.509"/>
    </inkml:context>
    <inkml:brush xml:id="br0">
      <inkml:brushProperty name="width" value="0.035" units="cm"/>
      <inkml:brushProperty name="height" value="0.035" units="cm"/>
      <inkml:brushProperty name="ignorePressure" value="1"/>
    </inkml:brush>
  </inkml:definitions>
  <inkml:trace contextRef="#ctx0" brushRef="#br0">0 1,'10791'0,"-10954"0,572 0,-493 0,78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1420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07195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543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77697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5500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91872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25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94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56270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9148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98410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14394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customXml" Target="../ink/ink2.xml"/><Relationship Id="rId13" Type="http://schemas.openxmlformats.org/officeDocument/2006/relationships/image" Target="../media/image23.png"/><Relationship Id="rId18" Type="http://schemas.openxmlformats.org/officeDocument/2006/relationships/customXml" Target="../ink/ink7.xml"/><Relationship Id="rId3" Type="http://schemas.openxmlformats.org/officeDocument/2006/relationships/image" Target="../media/image17.png"/><Relationship Id="rId21" Type="http://schemas.openxmlformats.org/officeDocument/2006/relationships/customXml" Target="../ink/ink9.xml"/><Relationship Id="rId7" Type="http://schemas.openxmlformats.org/officeDocument/2006/relationships/image" Target="../media/image20.png"/><Relationship Id="rId12" Type="http://schemas.openxmlformats.org/officeDocument/2006/relationships/customXml" Target="../ink/ink4.xml"/><Relationship Id="rId17" Type="http://schemas.openxmlformats.org/officeDocument/2006/relationships/image" Target="../media/image25.png"/><Relationship Id="rId2" Type="http://schemas.openxmlformats.org/officeDocument/2006/relationships/image" Target="../media/image16.png"/><Relationship Id="rId16" Type="http://schemas.openxmlformats.org/officeDocument/2006/relationships/customXml" Target="../ink/ink6.xml"/><Relationship Id="rId20" Type="http://schemas.openxmlformats.org/officeDocument/2006/relationships/customXml" Target="../ink/ink8.xml"/><Relationship Id="rId1" Type="http://schemas.openxmlformats.org/officeDocument/2006/relationships/slideLayout" Target="../slideLayouts/slideLayout6.xml"/><Relationship Id="rId6" Type="http://schemas.openxmlformats.org/officeDocument/2006/relationships/customXml" Target="../ink/ink1.xml"/><Relationship Id="rId11" Type="http://schemas.openxmlformats.org/officeDocument/2006/relationships/image" Target="../media/image22.png"/><Relationship Id="rId5" Type="http://schemas.openxmlformats.org/officeDocument/2006/relationships/image" Target="../media/image19.png"/><Relationship Id="rId15" Type="http://schemas.openxmlformats.org/officeDocument/2006/relationships/image" Target="../media/image24.png"/><Relationship Id="rId10" Type="http://schemas.openxmlformats.org/officeDocument/2006/relationships/customXml" Target="../ink/ink3.xml"/><Relationship Id="rId19" Type="http://schemas.openxmlformats.org/officeDocument/2006/relationships/image" Target="../media/image26.png"/><Relationship Id="rId4" Type="http://schemas.openxmlformats.org/officeDocument/2006/relationships/image" Target="../media/image18.png"/><Relationship Id="rId9" Type="http://schemas.openxmlformats.org/officeDocument/2006/relationships/image" Target="../media/image21.png"/><Relationship Id="rId14" Type="http://schemas.openxmlformats.org/officeDocument/2006/relationships/customXml" Target="../ink/ink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0F447467-474F-7A46-9B55-A89C6B0DA1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AD1AC15-E19C-15F5-ED42-E8AEBD851B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673" b="3407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9CCD9CD-49AE-3D3E-923B-81ECD3FBF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4581985" y="-752015"/>
            <a:ext cx="6858000" cy="8362030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55000">
                <a:srgbClr val="000000">
                  <a:alpha val="50000"/>
                </a:srgbClr>
              </a:gs>
              <a:gs pos="100000">
                <a:srgbClr val="000000">
                  <a:alpha val="6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C1F8DC-AC3F-A4F7-218B-D0EB15EA1F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53266" y="1893965"/>
            <a:ext cx="9340644" cy="1986802"/>
          </a:xfrm>
        </p:spPr>
        <p:txBody>
          <a:bodyPr>
            <a:normAutofit/>
          </a:bodyPr>
          <a:lstStyle/>
          <a:p>
            <a:pPr algn="r"/>
            <a:r>
              <a:rPr lang="en-US" dirty="0">
                <a:solidFill>
                  <a:srgbClr val="FFFFFF"/>
                </a:solidFill>
              </a:rPr>
              <a:t>BAIDA64</a:t>
            </a:r>
            <a:endParaRPr lang="ru-RU" dirty="0">
              <a:solidFill>
                <a:srgbClr val="FFFFFF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F32092-4449-9427-7B88-C66C788B63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40129" y="3973128"/>
            <a:ext cx="5199320" cy="1582098"/>
          </a:xfrm>
        </p:spPr>
        <p:txBody>
          <a:bodyPr>
            <a:normAutofit/>
          </a:bodyPr>
          <a:lstStyle/>
          <a:p>
            <a:pPr algn="r"/>
            <a:r>
              <a:rPr lang="ru-RU" dirty="0"/>
              <a:t>Приветствуем вас на сегодняшней презентации</a:t>
            </a:r>
            <a:r>
              <a:rPr lang="en-US" dirty="0"/>
              <a:t> </a:t>
            </a:r>
            <a:r>
              <a:rPr lang="ru-RU" dirty="0"/>
              <a:t>курсового проекта. Мы подготовили материалы, которые помогут лучше понять наши цели и перспективы.</a:t>
            </a:r>
            <a:endParaRPr lang="ru-RU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47408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7A642772-2521-3FAB-B405-4D94682373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9F781A3-AE72-3836-657A-6DE58EB8EA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08747" y="849296"/>
            <a:ext cx="3473179" cy="294106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 sz="4000" dirty="0"/>
              <a:t>Окно авторизации пользователя</a:t>
            </a:r>
            <a:br>
              <a:rPr lang="ru-RU" sz="4000" dirty="0"/>
            </a:br>
            <a:endParaRPr lang="en-US" sz="40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4FF148E-9307-E7D7-13E7-11E9EA756B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0073" y="849296"/>
            <a:ext cx="7365843" cy="5159407"/>
          </a:xfrm>
          <a:prstGeom prst="rect">
            <a:avLst/>
          </a:prstGeom>
        </p:spPr>
      </p:pic>
      <p:sp>
        <p:nvSpPr>
          <p:cNvPr id="19" name="Arrow: Bent-Up 18">
            <a:extLst>
              <a:ext uri="{FF2B5EF4-FFF2-40B4-BE49-F238E27FC236}">
                <a16:creationId xmlns:a16="http://schemas.microsoft.com/office/drawing/2014/main" id="{5AEF9608-DD49-55D1-F47B-367778B988CE}"/>
              </a:ext>
            </a:extLst>
          </p:cNvPr>
          <p:cNvSpPr/>
          <p:nvPr/>
        </p:nvSpPr>
        <p:spPr>
          <a:xfrm>
            <a:off x="7973961" y="3293806"/>
            <a:ext cx="1946787" cy="1238865"/>
          </a:xfrm>
          <a:prstGeom prst="bentUpArrow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03353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19E301E5-1206-47D0-9CDF-72583D7390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AFA31FBE-7948-4384-B68A-75DEFDC495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A8D6BF-0CB1-7AA3-E2EF-0C97772686B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364" r="4" b="14929"/>
          <a:stretch>
            <a:fillRect/>
          </a:stretch>
        </p:blipFill>
        <p:spPr>
          <a:xfrm>
            <a:off x="559144" y="643467"/>
            <a:ext cx="4013020" cy="2702558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2E3DFE6-9DA5-DF4B-FA73-1E5D4961D5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178" b="-2"/>
          <a:stretch>
            <a:fillRect/>
          </a:stretch>
        </p:blipFill>
        <p:spPr>
          <a:xfrm>
            <a:off x="579629" y="3509433"/>
            <a:ext cx="4010829" cy="2705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1E9D549A-626B-48DB-CAAF-1A940D4D6D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8964" y="643467"/>
            <a:ext cx="6629223" cy="352912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6FC3C0D-7C6F-F961-0B6F-D5CDE3360E14}"/>
              </a:ext>
            </a:extLst>
          </p:cNvPr>
          <p:cNvSpPr txBox="1"/>
          <p:nvPr/>
        </p:nvSpPr>
        <p:spPr>
          <a:xfrm>
            <a:off x="4988977" y="4736658"/>
            <a:ext cx="6309195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3200">
                <a:solidFill>
                  <a:schemeClr val="bg1"/>
                </a:solidFill>
              </a:rPr>
              <a:t>Первый вход, знакомство с </a:t>
            </a:r>
            <a:r>
              <a:rPr lang="en-US" sz="3200">
                <a:solidFill>
                  <a:schemeClr val="bg1"/>
                </a:solidFill>
              </a:rPr>
              <a:t>BAIDA64</a:t>
            </a:r>
            <a:endParaRPr lang="ru-RU" sz="3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5139768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9692B5-75FA-AB86-9054-127114CE9A1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91792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ADEA8B-C009-1B5C-DFCB-7BE40467B5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35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41628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2527799-5467-25E8-BD9E-6006B1EC5F7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07877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09F8CB-F330-F7B7-BF76-874C3E4CBB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639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604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FBC98C31-8D26-D6E9-5EA8-A921CF9A162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9274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490402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2A7054-1CD0-755D-97BC-58D487EBF38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890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7331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2C301D-F939-D855-0F8D-8E0BAB72E6F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2691" b="695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1417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C5200A6-FAF8-B084-0C66-C664D61ACAC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b="1000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81457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5D3817B-01DA-DCDA-FA18-49D6FF003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FCBC0D7-A23C-B498-0D30-902D53974EF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890" b="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97093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CA57B90-B92C-2765-7DEE-ADAF6DEF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EB27B1C-7A2F-537E-603A-7E2B7978E3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965" b="2"/>
          <a:stretch>
            <a:fillRect/>
          </a:stretch>
        </p:blipFill>
        <p:spPr>
          <a:xfrm>
            <a:off x="0" y="-1"/>
            <a:ext cx="12192000" cy="6933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6700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54C5F7EA-FBF7-EBC0-6FCF-CB083663FE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6F9A4C0-F58B-9A14-F6B2-349A9E50F0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8893" y="1689652"/>
            <a:ext cx="3406464" cy="19199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ru-RU" sz="3200" dirty="0"/>
              <a:t>будущее проекта</a:t>
            </a:r>
            <a:endParaRPr lang="en-US" sz="32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1B6EAA1-156C-BA21-ED10-F7AC91E29A8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2" b="18142"/>
          <a:stretch>
            <a:fillRect/>
          </a:stretch>
        </p:blipFill>
        <p:spPr>
          <a:xfrm>
            <a:off x="4824250" y="-1480"/>
            <a:ext cx="7367750" cy="4749404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A44C6DF-466E-CF39-3EDD-311A6948906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343" r="13969" b="-1"/>
          <a:stretch>
            <a:fillRect/>
          </a:stretch>
        </p:blipFill>
        <p:spPr>
          <a:xfrm>
            <a:off x="4824250" y="4797981"/>
            <a:ext cx="2428750" cy="206002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AD9AC74-2D38-2758-1512-BA8A7CB303D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7539" b="-2"/>
          <a:stretch>
            <a:fillRect/>
          </a:stretch>
        </p:blipFill>
        <p:spPr>
          <a:xfrm>
            <a:off x="7303367" y="4797980"/>
            <a:ext cx="2422528" cy="206002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5D346AA9-D832-1B16-B7F8-290E5D83242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558" r="44567" b="-4"/>
          <a:stretch>
            <a:fillRect/>
          </a:stretch>
        </p:blipFill>
        <p:spPr>
          <a:xfrm>
            <a:off x="9776262" y="4797285"/>
            <a:ext cx="2415738" cy="2060714"/>
          </a:xfrm>
          <a:prstGeom prst="rect">
            <a:avLst/>
          </a:prstGeom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49F710B-1156-9BC4-32AB-4A345EDA949E}"/>
                  </a:ext>
                </a:extLst>
              </p14:cNvPr>
              <p14:cNvContentPartPr/>
              <p14:nvPr/>
            </p14:nvContentPartPr>
            <p14:xfrm>
              <a:off x="5034217" y="5579868"/>
              <a:ext cx="1782720" cy="36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49F710B-1156-9BC4-32AB-4A345EDA949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028097" y="5573748"/>
                <a:ext cx="17949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52E45B6-C002-8D2F-DE71-DD0C672BCF2F}"/>
                  </a:ext>
                </a:extLst>
              </p14:cNvPr>
              <p14:cNvContentPartPr/>
              <p14:nvPr/>
            </p14:nvContentPartPr>
            <p14:xfrm>
              <a:off x="5043937" y="5845188"/>
              <a:ext cx="1762920" cy="3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52E45B6-C002-8D2F-DE71-DD0C672BCF2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037817" y="5839068"/>
                <a:ext cx="17751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252F5045-415A-EC47-7FCB-7A7A7E951F6C}"/>
                  </a:ext>
                </a:extLst>
              </p14:cNvPr>
              <p14:cNvContentPartPr/>
              <p14:nvPr/>
            </p14:nvContentPartPr>
            <p14:xfrm>
              <a:off x="5063377" y="6061548"/>
              <a:ext cx="1776600" cy="36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252F5045-415A-EC47-7FCB-7A7A7E951F6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057257" y="6055428"/>
                <a:ext cx="178884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26EA640-EDD9-6EC5-84D3-0119DADB9CE8}"/>
                  </a:ext>
                </a:extLst>
              </p14:cNvPr>
              <p14:cNvContentPartPr/>
              <p14:nvPr/>
            </p14:nvContentPartPr>
            <p14:xfrm>
              <a:off x="5083177" y="6238668"/>
              <a:ext cx="1748880" cy="3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26EA640-EDD9-6EC5-84D3-0119DADB9CE8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77057" y="6232548"/>
                <a:ext cx="17611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558D5B5-BC8D-0481-6A8C-A119DD68A2C2}"/>
                  </a:ext>
                </a:extLst>
              </p14:cNvPr>
              <p14:cNvContentPartPr/>
              <p14:nvPr/>
            </p14:nvContentPartPr>
            <p14:xfrm>
              <a:off x="5102977" y="6418308"/>
              <a:ext cx="1820520" cy="3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558D5B5-BC8D-0481-6A8C-A119DD68A2C2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096857" y="6412188"/>
                <a:ext cx="183276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0284630-77A4-24C7-E0D2-1020802E4550}"/>
                  </a:ext>
                </a:extLst>
              </p14:cNvPr>
              <p14:cNvContentPartPr/>
              <p14:nvPr/>
            </p14:nvContentPartPr>
            <p14:xfrm>
              <a:off x="5378377" y="1597908"/>
              <a:ext cx="3949560" cy="36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0284630-77A4-24C7-E0D2-1020802E455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5372257" y="1591788"/>
                <a:ext cx="396180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E85EF8C4-A666-63B2-DA35-CD8935B2D1E9}"/>
                  </a:ext>
                </a:extLst>
              </p14:cNvPr>
              <p14:cNvContentPartPr/>
              <p14:nvPr/>
            </p14:nvContentPartPr>
            <p14:xfrm>
              <a:off x="5397817" y="1872948"/>
              <a:ext cx="3973680" cy="36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E85EF8C4-A666-63B2-DA35-CD8935B2D1E9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91697" y="1866828"/>
                <a:ext cx="39859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23F26C00-5676-2C18-B02E-3BD3CF8CF20C}"/>
                  </a:ext>
                </a:extLst>
              </p14:cNvPr>
              <p14:cNvContentPartPr/>
              <p14:nvPr/>
            </p14:nvContentPartPr>
            <p14:xfrm>
              <a:off x="5397817" y="2182254"/>
              <a:ext cx="3973680" cy="36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23F26C00-5676-2C18-B02E-3BD3CF8CF20C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91697" y="2176134"/>
                <a:ext cx="3985920" cy="1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30FF443B-5E42-15E8-22FA-3E267BB83F70}"/>
                  </a:ext>
                </a:extLst>
              </p14:cNvPr>
              <p14:cNvContentPartPr/>
              <p14:nvPr/>
            </p14:nvContentPartPr>
            <p14:xfrm>
              <a:off x="5378377" y="2580120"/>
              <a:ext cx="3973680" cy="36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30FF443B-5E42-15E8-22FA-3E267BB83F70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372257" y="2574000"/>
                <a:ext cx="398592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2648407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C31B8E19-7D88-BAC5-CB04-1D77174A07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Однотипный фон (62 фото)">
            <a:extLst>
              <a:ext uri="{FF2B5EF4-FFF2-40B4-BE49-F238E27FC236}">
                <a16:creationId xmlns:a16="http://schemas.microsoft.com/office/drawing/2014/main" id="{BA7271AB-5FA3-0029-F3C2-23170DFA3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5E0EAB3-1772-7408-92FA-A00DD4F544CD}"/>
              </a:ext>
            </a:extLst>
          </p:cNvPr>
          <p:cNvSpPr txBox="1"/>
          <p:nvPr/>
        </p:nvSpPr>
        <p:spPr>
          <a:xfrm>
            <a:off x="3727938" y="2743199"/>
            <a:ext cx="590843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4000" dirty="0"/>
              <a:t>Спасибо за внимание</a:t>
            </a:r>
          </a:p>
        </p:txBody>
      </p:sp>
    </p:spTree>
    <p:extLst>
      <p:ext uri="{BB962C8B-B14F-4D97-AF65-F5344CB8AC3E}">
        <p14:creationId xmlns:p14="http://schemas.microsoft.com/office/powerpoint/2010/main" val="180057327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794</TotalTime>
  <Words>37</Words>
  <Application>Microsoft Office PowerPoint</Application>
  <PresentationFormat>Widescreen</PresentationFormat>
  <Paragraphs>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Neue Haas Grotesk Text Pro</vt:lpstr>
      <vt:lpstr>VanillaVTI</vt:lpstr>
      <vt:lpstr>BAIDA64</vt:lpstr>
      <vt:lpstr>Окно авторизации пользователя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будущее проекта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holodilnikodnako@gmail.com</dc:creator>
  <cp:lastModifiedBy>holodilnikodnako@gmail.com</cp:lastModifiedBy>
  <cp:revision>2</cp:revision>
  <dcterms:created xsi:type="dcterms:W3CDTF">2026-01-14T07:06:20Z</dcterms:created>
  <dcterms:modified xsi:type="dcterms:W3CDTF">2026-01-14T22:21:23Z</dcterms:modified>
</cp:coreProperties>
</file>